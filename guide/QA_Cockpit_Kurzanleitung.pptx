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Anleitung führt durch den kompletten Ablauf: anmelden, Release anlegen, qTest- und Jira-Daten importieren, auswerten und exportieren.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vier Schritte sind die Gliederung der ganzen Anleitung.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Ohne Anmeldung sind alle Import- und Verwaltungsschaltflächen ausgeblendet.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552 geplante Testläufe, 279 bestanden, 28 fehlgeschlagen. IR1 ist abgeschlossen, QC1 läuft.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Beispiel: die Tests laufen in QC1, drei in IR1 gemeldete Fehler sind noch offen — davon zwei Highest oder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25880"/>
            <a:ext cx="82296" cy="2834640"/>
          </a:xfrm>
          <a:prstGeom prst="roundRect">
            <a:avLst>
              <a:gd name="adj" fmla="val 555556"/>
            </a:avLst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· TEST MANAGEMENT COCKPIT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17830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Kurzanleitung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788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Anlegen eines Releases bis zum fertigen Statusbericht —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für Schritt, mit Bildschirmfotos.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420624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4206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einzige HTML-Datei · offline lauffähig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420624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8848" y="4206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in dieser Anleitung: Release 26.03.00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71816" y="420624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08976" y="4206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bleiben im Browser — nichts wird hochgeladen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Cordes &amp; Graefe KG · QA Test Management · vertraulich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Ablauf in vier Schritten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15184" cy="3017520"/>
          </a:xfrm>
          <a:prstGeom prst="roundRect">
            <a:avLst>
              <a:gd name="adj" fmla="val 2448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74520"/>
            <a:ext cx="566928" cy="566928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6032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1868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Rolle bestimmt die Rechte: Viewer liest, Editor importiert, Admin verwaltet Releases.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36976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8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15184" cy="3017520"/>
          </a:xfrm>
          <a:prstGeom prst="roundRect">
            <a:avLst>
              <a:gd name="adj" fmla="val 2448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874520"/>
            <a:ext cx="566928" cy="566928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56032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anlegen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21868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Zeitraum, Testumgebungen, Zeitplan je Umgebung und Verantwortliche eintragen.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53328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8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9632" y="1600200"/>
            <a:ext cx="2615184" cy="3017520"/>
          </a:xfrm>
          <a:prstGeom prst="roundRect">
            <a:avLst>
              <a:gd name="adj" fmla="val 2448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874520"/>
            <a:ext cx="566928" cy="566928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256032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Dateien importieren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21868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qTest-Export für die Testläufe, Jira-CSV für die Fehler. Beide werden automatisch verknüpft.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8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15984" y="1600200"/>
            <a:ext cx="2615184" cy="3017520"/>
          </a:xfrm>
          <a:prstGeom prst="roundRect">
            <a:avLst>
              <a:gd name="adj" fmla="val 2448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0304" y="1874520"/>
            <a:ext cx="566928" cy="566928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0304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90304" y="256032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Auswerten &amp; exportieren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90304" y="3218688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Fortschritt, Abdeckung und Fehler lesen — dann als PDF, PowerPoint oder Excel herausgeben.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95604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B2C1A"/>
          </a:solidFill>
          <a:ln w="12700">
            <a:solidFill>
              <a:srgbClr val="6E8F1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95604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im Cockpit ist release- und umgebungsbezogen. Vor dem Lesen der Zahlen immer prüfen, welches Release oben im Kopfbereich steht.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 · ANMELDEN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Anmeldung nur Lesezugriff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11210544" cy="1517904"/>
          </a:xfrm>
          <a:prstGeom prst="roundRect">
            <a:avLst>
              <a:gd name="adj" fmla="val 3614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01-login-but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478" y="1481328"/>
            <a:ext cx="9121140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 rechts im Kopfbereich — sichtbar, solange niemand angemeldet ist.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93776" y="3236976"/>
            <a:ext cx="4718304" cy="2706624"/>
          </a:xfrm>
          <a:prstGeom prst="roundRect">
            <a:avLst>
              <a:gd name="adj" fmla="val 202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8" name="Image 1" descr="shots/s02-login-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27" y="3310128"/>
            <a:ext cx="3194802" cy="2560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0" y="340156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925312" y="3346704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 aus der Liste wählen.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0" y="3822192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925312" y="3767328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6-stellige PIN eingeben.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0" y="4242816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925312" y="4187952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„Log in" klicken. Der Name und die Rolle erscheinen danach oben rechts.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0" y="4846320"/>
            <a:ext cx="6144768" cy="1024128"/>
          </a:xfrm>
          <a:prstGeom prst="roundRect">
            <a:avLst>
              <a:gd name="adj" fmla="val 6250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715000" y="4846320"/>
            <a:ext cx="5715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nur lesen   ·   </a:t>
            </a:r>
            <a:pPr indent="0" marL="0">
              <a:buNone/>
            </a:pPr>
            <a:r>
              <a:rPr lang="en-US" sz="1250" b="1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zusätzlich importieren   ·   </a:t>
            </a:r>
            <a:pPr indent="0" marL="0">
              <a:buNone/>
            </a:pPr>
            <a:r>
              <a:rPr lang="en-US" sz="1250" b="1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zusätzlich Releases verwalten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RELEASE ANLEGEN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Release-Leiste links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36192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Releases, das neueste immer oben. „CURRENT" markiert das laufende Release.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231136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„Manage Releases" werden Releases angelegt, bearbeitet, dupliziert oder gelöscht.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56048" y="1408176"/>
            <a:ext cx="6775704" cy="4352544"/>
          </a:xfrm>
          <a:prstGeom prst="roundRect">
            <a:avLst>
              <a:gd name="adj" fmla="val 1261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1" name="Image 0" descr="shots/s03-release-n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09026"/>
            <a:ext cx="6629400" cy="375084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6928" y="62362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auf eine Umgebung (IR1, QC1, IR3 …) springt direkt zu deren Kachel im Bericht.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RELEASE ANLEGEN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Release-Verwaltung öffnen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71600"/>
            <a:ext cx="11210544" cy="3346704"/>
          </a:xfrm>
          <a:prstGeom prst="roundRect">
            <a:avLst>
              <a:gd name="adj" fmla="val 1639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04-manage-rele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672" y="1444752"/>
            <a:ext cx="10730753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91032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85546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„+ New release" ein leeres Release von Grund auf anlegen.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5330952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5276088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„Duplicate" den Zeitplan eines bestehenden Releases in eine neue Version kopieren — schneller als alles neu einzutragen.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2362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Release behält seine eigenen Umgebungen, Termine und importierten Daten. Speichern schreibt nie in ein anderes Release.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RELEASE ANLEGEN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Release — Kopfdaten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36192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z. B. 26.03.00 — Pflichtfeld und muss eindeutig sein.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231136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Planned, In Progress, Completed oder Archived.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980944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2608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Release-Beginn.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40156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34670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Release-Ende.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22192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67328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„Set as the current release" — nur setzen, wenn dieses Release ab jetzt das laufende ist.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56048" y="1408176"/>
            <a:ext cx="6775704" cy="4672584"/>
          </a:xfrm>
          <a:prstGeom prst="roundRect">
            <a:avLst>
              <a:gd name="adj" fmla="val 1174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20" name="Image 0" descr="shots/s05-form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469" y="1481328"/>
            <a:ext cx="6606862" cy="45262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66928" y="62362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Feld „Release Information" ist freiwillig — Umfang, Ziele oder Hinweise für das Team.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RELEASE ANLEGEN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Verantwortlichkeiten eintragen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81328"/>
            <a:ext cx="11210544" cy="2249424"/>
          </a:xfrm>
          <a:prstGeom prst="roundRect">
            <a:avLst>
              <a:gd name="adj" fmla="val 2439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06-form-responsibil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17576"/>
            <a:ext cx="11064240" cy="19769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9592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94106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— über die Schaltflächen darunter: Release Management, Project Manager, Test Manager, Defect Manager oder eine eigene Rolle.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416552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361688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oder Namen, durch Komma getrennt.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4837176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782312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„+ Custom role" für jede Rolle, die in der Liste fehlt.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2362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Releases starten bewusst leer. Beim Duplizieren werden die Verantwortlichkeiten mitkopiert.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RELEASE ANLEGEN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Testumgebungen und Zeitplan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87368" y="1344168"/>
            <a:ext cx="4718304" cy="4855464"/>
          </a:xfrm>
          <a:prstGeom prst="roundRect">
            <a:avLst>
              <a:gd name="adj" fmla="val 1163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07-form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51494"/>
            <a:ext cx="4572000" cy="42408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61848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56362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Umgebungen anhaken, die dieses Release wirklich nutzt.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313432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25856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 gewählte Umgebung erscheint ein eigener Zeitplan-Block.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008376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9535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Testzeitraum: Start und Ende.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3429000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374136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Bug-Fixing-Zeitraum, optional zusätzlich ein Retest-Zeitraum.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006840" y="1600200"/>
            <a:ext cx="2633472" cy="2880360"/>
          </a:xfrm>
          <a:prstGeom prst="roundRect">
            <a:avLst>
              <a:gd name="adj" fmla="val 2431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354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 zu wissen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214884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Nicht jedes Release nutzt jede Umgebung.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„Add another environment" legt eigene Umgebungen an, z. B. UAT.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Aus diesen Terminen berechnet das Cockpit Status und Countdown automatisch.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2362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Reihenfolge wird geprüft: ein Bug-Fixing-Ende vor seinem Beginn wird beim Speichern abgelehnt.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RELEASE ANLEGEN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Speichern — und das Release steht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18488"/>
            <a:ext cx="3895344" cy="2066544"/>
          </a:xfrm>
          <a:prstGeom prst="roundRect">
            <a:avLst>
              <a:gd name="adj" fmla="val 2655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08-create-rele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73" y="1691640"/>
            <a:ext cx="357215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73168" y="1481328"/>
            <a:ext cx="6931152" cy="3163824"/>
          </a:xfrm>
          <a:prstGeom prst="roundRect">
            <a:avLst>
              <a:gd name="adj" fmla="val 1734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7" name="Image 1" descr="shots/s09-release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15766"/>
            <a:ext cx="6784848" cy="28949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3931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„Create release" speichert. Danach erscheint das Release in der Liste und in der Leiste links.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93776" y="4818888"/>
            <a:ext cx="11210544" cy="1289304"/>
          </a:xfrm>
          <a:prstGeom prst="roundRect">
            <a:avLst>
              <a:gd name="adj" fmla="val 4255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0" name="Image 2" descr="shots/s10-nav-switch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912" y="4892040"/>
            <a:ext cx="5784273" cy="1143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66928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auf eine Version in der Leiste wechselt das Release. Der Kopfbereich zeigt immer, welches gerade geöffnet ist.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 · IMPORT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 1 — der qTest-Export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11210544" cy="1472184"/>
          </a:xfrm>
          <a:prstGeom prst="roundRect">
            <a:avLst>
              <a:gd name="adj" fmla="val 372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11-import-xls-but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468" y="1481328"/>
            <a:ext cx="9281160" cy="1325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08152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026664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„Import XLS / CSV" im Kopfbereich — der qTest-Export desselben Releases, das hier angelegt wurde.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37947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3950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Spalten die Datei braucht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431596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· Status · Name · Executed By · Executed End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Module · Requirement · Defect IDs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 ID · Test Case ID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3017520"/>
            <a:ext cx="5321808" cy="2880360"/>
          </a:xfrm>
          <a:prstGeom prst="roundRect">
            <a:avLst>
              <a:gd name="adj" fmla="val 2222"/>
            </a:avLst>
          </a:prstGeom>
          <a:solidFill>
            <a:srgbClr val="1B2C1A"/>
          </a:solidFill>
          <a:ln w="12700">
            <a:solidFill>
              <a:srgbClr val="6E8F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47104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Umgebung wird aus dem Directory gelesen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547104" y="3566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Directory-Pfad muss die Umgebung als eigenes Segment enthalten, z. B.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SAP Upgrade / QC1 / Finance / Team Finance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Daraus ergeben sich Umgebung, Testbereich und Team. Zeilen ohne erkennbare Umgebung werden übersprungen und gemeldet.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 · IMPORT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Sofort nach dem Import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89888"/>
            <a:ext cx="11210544" cy="4489704"/>
          </a:xfrm>
          <a:prstGeom prst="roundRect">
            <a:avLst>
              <a:gd name="adj" fmla="val 1222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12-after-xls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146304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893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Fortschritt je Umgebung, Gesamtstatus, Zeitstrahl und Countdown werden sofort berechnet — ohne weitere Eingaben.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 · IMPORT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 2 — die Fehler aus Jira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81328"/>
            <a:ext cx="4352544" cy="4169664"/>
          </a:xfrm>
          <a:prstGeom prst="roundRect">
            <a:avLst>
              <a:gd name="adj" fmla="val 1316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13-import-jira-but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3653"/>
            <a:ext cx="4206240" cy="31850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170992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559552" y="1655064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„Import Jira CSV" im Block „Defect Overview" auf der rechten Seite.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120640" y="2377440"/>
            <a:ext cx="6510528" cy="16002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58384" y="25420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Spalten die Datei braucht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358384" y="290779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key · Summary · Status · Priority · Assignee · Reporter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· Updated · Component/s · Environment · Fix Version/s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20640" y="4114800"/>
            <a:ext cx="6510528" cy="1737360"/>
          </a:xfrm>
          <a:prstGeom prst="roundRect">
            <a:avLst>
              <a:gd name="adj" fmla="val 3684"/>
            </a:avLst>
          </a:prstGeom>
          <a:solidFill>
            <a:srgbClr val="1B2C1A"/>
          </a:solidFill>
          <a:ln w="12700">
            <a:solidFill>
              <a:srgbClr val="6E8F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58384" y="4279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ist ein Import für alle Fehler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358384" y="464515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einzige Jira-CSV deckt das ganze Release ab. Als geschlossen zählen die Status „Closed" und „Ready for Transport".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 · IMPORT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und Testläufe verknüpfen sich selbst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89888"/>
            <a:ext cx="8010144" cy="4535424"/>
          </a:xfrm>
          <a:prstGeom prst="roundRect">
            <a:avLst>
              <a:gd name="adj" fmla="val 1210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24-defect-ex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994"/>
            <a:ext cx="7863840" cy="35652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463040"/>
            <a:ext cx="2944368" cy="2148840"/>
          </a:xfrm>
          <a:prstGeom prst="roundRect">
            <a:avLst>
              <a:gd name="adj" fmla="val 2979"/>
            </a:avLst>
          </a:prstGeom>
          <a:solidFill>
            <a:srgbClr val="1B2C1A"/>
          </a:solidFill>
          <a:ln w="12700">
            <a:solidFill>
              <a:srgbClr val="6E8F1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15400" y="16276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Automatischer Abgleich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1993392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Cockpit verbindet jeden Jira-Fehler mit seinem qTest-Testlauf — über die Spalte „Defect IDs", über die Test-Run-ID und über die Test-Case-ID. Die Leiste zeigt, wie viele Tickets verknüpft sind.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0" y="3794760"/>
            <a:ext cx="2944368" cy="2057400"/>
          </a:xfrm>
          <a:prstGeom prst="roundRect">
            <a:avLst>
              <a:gd name="adj" fmla="val 3111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15400" y="3959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Filterleiste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4325112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Suche, Priorität, Status, Bereich, Erstelldatum, Retest und Verknüpfungsart. Jeder Export übernimmt genau die gesetzten Filter.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jedem Fehler steht der verknüpfte Testlauf mit Anzahl der Läufe und Datum — so ist sofort sichtbar, was noch fehlschlägt.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 · IMPORT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Fehler aus früheren Umgebungen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Fehler gehört zu der Umgebung, in deren Zeitfenster er gemeldet wurde. Ist er beim Wechsel in die nächste Umgebung noch offen, wird er zum Carry‑over: keine Feststellung der laufenden Umgebung, aber offene Arbeit, die sie mitträgt.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" y="2304288"/>
            <a:ext cx="5221224" cy="1929384"/>
          </a:xfrm>
          <a:prstGeom prst="roundRect">
            <a:avLst>
              <a:gd name="adj" fmla="val 2844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6" name="Image 0" descr="shots/s25-carry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359" y="2377440"/>
            <a:ext cx="4414058" cy="1783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4348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große Zahl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 viele Fehler aus früheren Umgebungen noch offen sind.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8920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Chips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je Herkunftsumgebung einer, mit der Zahl der Highest/High. Anklickbar.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61888" y="2304288"/>
            <a:ext cx="5742432" cy="3209544"/>
          </a:xfrm>
          <a:prstGeom prst="roundRect">
            <a:avLst>
              <a:gd name="adj" fmla="val 1709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0" name="Image 1" descr="shots/s26-carryover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785485"/>
            <a:ext cx="5596128" cy="22471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35040" y="5532120"/>
            <a:ext cx="5596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Arbeitsbereich filtert „Origin“ nach Herkunft — „Carry‑over only“ oder eine einzelne Umgebung. Die Spalte „Origin“ zeigt sie violett.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6928" y="5504688"/>
            <a:ext cx="5074920" cy="585216"/>
          </a:xfrm>
          <a:prstGeom prst="roundRect">
            <a:avLst>
              <a:gd name="adj" fmla="val 9375"/>
            </a:avLst>
          </a:prstGeom>
          <a:solidFill>
            <a:srgbClr val="1B2C1A"/>
          </a:solidFill>
          <a:ln w="12700">
            <a:solidFill>
              <a:srgbClr val="6E8F1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6384" y="550468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Geschlossene Fehler früherer Umgebungen zählen nicht mit — die sind erledigt.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 · AUSWERTEN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Fortschritt je Testumgebung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71600"/>
            <a:ext cx="11210544" cy="3392424"/>
          </a:xfrm>
          <a:prstGeom prst="roundRect">
            <a:avLst>
              <a:gd name="adj" fmla="val 161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15-env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5285" y="1444752"/>
            <a:ext cx="6387526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91032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85546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die Zahl der geplanten Testläufe dieser Umgebung.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5330952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527608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Balken teilt sie auf: bestanden, fehlgeschlagen, blockiert, nicht relevant, offen. Daneben Ausführungs- und Bestehensquote sowie Test- und Bug-Fixing-Zeitraum.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2362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beiden kleinen Schaltflächen auf jeder Karte öffnen den Ausführungskalender und den Abdeckungsbaum.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 · AUSWERTEN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Aufgeklappt: Fortschritt je Bereich und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89888"/>
            <a:ext cx="11210544" cy="4489704"/>
          </a:xfrm>
          <a:prstGeom prst="roundRect">
            <a:avLst>
              <a:gd name="adj" fmla="val 1222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17-env-test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146304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893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auf die Chip-Schaltfläche „4 TESTS" einer Umgebung klappt sie auf: je Testbereich die ausgeführten von den geplanten Läufen, bestanden/fehlgeschlagen/blockiert, Ausführungs- und Bestehensquote sowie das verantwortliche Team mit Ampelstatus.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 · AUSWERTEN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Testläufe pro Tag — der Ausführungskalender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67328" y="1371600"/>
            <a:ext cx="5266944" cy="4581144"/>
          </a:xfrm>
          <a:prstGeom prst="roundRect">
            <a:avLst>
              <a:gd name="adj" fmla="val 1198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16-exec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544828"/>
            <a:ext cx="5120640" cy="42346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645920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591056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nach Anwendung und nach Team — die Zahlen im Kalender folgen der Auswahl.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615184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56032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Vorschlag, wie viele Tests pro Arbeitstag nötig sind, um rechtzeitig fertig zu werden.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235440" y="1627632"/>
            <a:ext cx="2395728" cy="2834640"/>
          </a:xfrm>
          <a:prstGeom prst="roundRect">
            <a:avLst>
              <a:gd name="adj" fmla="val 2672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54896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der Kalender zeigt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454896" y="2157984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Ausgeführte Testläufe je Tag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Geplant, ausgeführt, offen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Verbleibende Arbeitstage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 Klick auf einen Tag zeigt, welche Tests an dem Tag gelaufen sind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Gerechnet wird ausschließlich in Arbeitstagen — Montag bis Freitag, 07:00 bis 17:00 Uhr.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 · AUSWERTEN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Anforderungsabdeckung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71600"/>
            <a:ext cx="11210544" cy="3392424"/>
          </a:xfrm>
          <a:prstGeom prst="roundRect">
            <a:avLst>
              <a:gd name="adj" fmla="val 161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18-requirement-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92" y="1444752"/>
            <a:ext cx="10125512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91032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85546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viele Anforderungen durch Tests abgedeckt sind, wie viele davon fehlerfrei bestanden und wie viele noch fehlschlagen oder blockiert sind.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5330952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5276088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Darunter die abgedeckten Anforderungen je Testumgebung.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2362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ist die Spalte „Requirement" im qTest-Export. Ohne diese Spalte bleibt der Block leer.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 · AUSWERTEN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und Fehlerübersicht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27048"/>
            <a:ext cx="5266944" cy="2432304"/>
          </a:xfrm>
          <a:prstGeom prst="roundRect">
            <a:avLst>
              <a:gd name="adj" fmla="val 2256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19-count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14" y="1600200"/>
            <a:ext cx="4749668" cy="2286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069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434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die verbleibende Zeit bis zum nächsten Termin der laufenden Umgebung — gerechnet nur in Arbeitszeit, Mo–Fr 07:00–17:00 Uhr. Die Arbeitszeit ist unter „Layout" einstellbar.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99048" y="1527048"/>
            <a:ext cx="2798064" cy="4306824"/>
          </a:xfrm>
          <a:prstGeom prst="roundRect">
            <a:avLst>
              <a:gd name="adj" fmla="val 1961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9" name="Image 1" descr="shots/s20-defect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22287"/>
            <a:ext cx="2651760" cy="33163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0" y="16916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Fehlerübersicht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2103120"/>
            <a:ext cx="248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 gesamt, offen und geschlossen &amp; Ready for Transport, darunter die Verteilung nach Priorität.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Kachel ist anklickbar und öffnet den gefilterten Arbeitsbereich.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violette Streifen zeigt die offenen Fehler aus früheren Umgebungen.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 · AUSWERTEN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Manager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89888"/>
            <a:ext cx="11210544" cy="4489704"/>
          </a:xfrm>
          <a:prstGeom prst="roundRect">
            <a:avLst>
              <a:gd name="adj" fmla="val 1222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21-defec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146304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893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„Defect Manager Dashboard →" erreichbar: aktueller Fehlerstand des gewählten Releases und der vereinbarte Prozess — wie ein Fehler angelegt wird, welche Angaben er braucht und welche Rolle ihn wann übernimmt.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5 · EXPORTIEREN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Bericht herausgeben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11210544" cy="1472184"/>
          </a:xfrm>
          <a:prstGeom prst="roundRect">
            <a:avLst>
              <a:gd name="adj" fmla="val 372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22-export-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497" y="1481328"/>
            <a:ext cx="8817102" cy="1325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08152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02666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„PDF · Environments" — Status je Testumgebung, Zeitverbrauch, alle Fehler und die seit dem letzten Bericht neu hinzugekommenen.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3502152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47288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„Overall" — Gesamtstatus des Projekts, Zeitverbrauch und alle Fehler.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22776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867912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„Go / No-Go" — Entscheidungsvorlage für die Phasenübergabe, je Testumgebung.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lassen sich zusätzlich direkt als Excel, PowerPoint oder CSV ausgeben — im Arbeitsbereich „Defect Management Workspace", jeweils mit den gesetzten Filtern.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5 · EXPORTIEREN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— je Testumgebung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89888"/>
            <a:ext cx="7918704" cy="4535424"/>
          </a:xfrm>
          <a:prstGeom prst="roundRect">
            <a:avLst>
              <a:gd name="adj" fmla="val 1210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5" name="Image 0" descr="shots/s23-gon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8192"/>
            <a:ext cx="7772400" cy="43788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64208"/>
            <a:ext cx="310896" cy="310896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034272" y="1609344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„Export as PowerPoint" erzeugt die fertige Entscheidungsvorlage.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48716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Umschalter links daneben wählt die Testumgebung — für jede gewählte Umgebung wird eine eigene Vorlage erzeugt.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595360" y="3520440"/>
            <a:ext cx="3035808" cy="2331720"/>
          </a:xfrm>
          <a:prstGeom prst="roundRect">
            <a:avLst>
              <a:gd name="adj" fmla="val 2745"/>
            </a:avLst>
          </a:prstGeom>
          <a:solidFill>
            <a:srgbClr val="1B2C1A"/>
          </a:solidFill>
          <a:ln w="12700">
            <a:solidFill>
              <a:srgbClr val="6E8F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23960" y="3685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D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Woraus die Empfehlung entsteht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405079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Ausführungsgrad, Bestehensquote, fehlgeschlagene und blockierte Läufe sowie offene gate-relevante Fehler — gemessen an den vereinbarten Exit-Kriterien der Phase.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Vorlage wird bei jedem Aufruf aus den aktuell importierten Daten neu erzeugt — sie ist nie veraltet.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3D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Dinge, die man wissen sollte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01368"/>
            <a:ext cx="402336" cy="402336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6824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zuerst prüfen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682496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Zahlen gelten für das Release und die Umgebung, die oben im Kopfbereich stehen.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8716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60904"/>
            <a:ext cx="402336" cy="402336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5420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Dateien genügen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542032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qTest-Export für die Testläufe, Jira-CSV für die Fehler. Die Verknüpfung passiert von selbst.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4670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520440"/>
            <a:ext cx="402336" cy="402336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4015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Strikte Trennung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401568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Import schreibt nur in das geöffnete Release. Andere Releases bleiben unberührt.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379976"/>
            <a:ext cx="402336" cy="402336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42611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Arbeitszeit zählt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261104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und Tagesvorgaben rechnen Mo–Fr, 07:00–17:00 Uhr.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06577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6203A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239512"/>
            <a:ext cx="402336" cy="402336"/>
          </a:xfrm>
          <a:prstGeom prst="ellipse">
            <a:avLst/>
          </a:prstGeom>
          <a:solidFill>
            <a:srgbClr val="A3D024"/>
          </a:solidFill>
          <a:ln w="12700">
            <a:solidFill>
              <a:srgbClr val="A3D0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bleibt lokal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512064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einzige HTML-Datei, offline lauffähig. Die Daten liegen im Browser, nichts wird hochgeladen.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und Änderungswünsche an den Test Manager.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Test Management Cockpit — Kurzanleitung</dc:title>
  <dc:subject>PptxGenJS Presentation</dc:subject>
  <dc:creator>QA Test Management</dc:creator>
  <cp:lastModifiedBy>QA Test Management</cp:lastModifiedBy>
  <cp:revision>1</cp:revision>
  <dcterms:created xsi:type="dcterms:W3CDTF">2026-09-22T05:56:39Z</dcterms:created>
  <dcterms:modified xsi:type="dcterms:W3CDTF">2026-09-22T05:56:39Z</dcterms:modified>
</cp:coreProperties>
</file>